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8e1893fdd94613" /><Relationship Type="http://schemas.openxmlformats.org/officeDocument/2006/relationships/extended-properties" Target="/docProps/app.xml" Id="Rfa5f9231256a4a55" /><Relationship Type="http://schemas.openxmlformats.org/officeDocument/2006/relationships/officeDocument" Target="/ppt/presentation.xml" Id="Rf8754b62f2e74e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d7b5cc7bef4638"/>
  </p:sldMasterIdLst>
  <p:notesMasterIdLst>
    <p:notesMasterId xmlns:r="http://schemas.openxmlformats.org/officeDocument/2006/relationships" r:id="R5b317a0f9b904c6a"/>
  </p:notesMasterIdLst>
  <p:sldIdLst>
    <p:sldId xmlns:r="http://schemas.openxmlformats.org/officeDocument/2006/relationships" id="256" r:id="R3adc45ddd5c741a2"/>
    <p:sldId xmlns:r="http://schemas.openxmlformats.org/officeDocument/2006/relationships" id="257" r:id="R9cb1aa73cb3347d6"/>
    <p:sldId xmlns:r="http://schemas.openxmlformats.org/officeDocument/2006/relationships" id="258" r:id="Rdb557295c7ec4756"/>
    <p:sldId xmlns:r="http://schemas.openxmlformats.org/officeDocument/2006/relationships" id="259" r:id="R3be2c71476ed4104"/>
    <p:sldId xmlns:r="http://schemas.openxmlformats.org/officeDocument/2006/relationships" id="260" r:id="Re138947bd87b41e6"/>
    <p:sldId xmlns:r="http://schemas.openxmlformats.org/officeDocument/2006/relationships" id="261" r:id="R7d0356c65ea24881"/>
    <p:sldId xmlns:r="http://schemas.openxmlformats.org/officeDocument/2006/relationships" id="262" r:id="R7f58f8449ae64d63"/>
    <p:sldId xmlns:r="http://schemas.openxmlformats.org/officeDocument/2006/relationships" id="263" r:id="R599297ae63fc4d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40aa60fdbd4fe4" /><Relationship Type="http://schemas.openxmlformats.org/officeDocument/2006/relationships/slideMaster" Target="/ppt/slideMasters/slideMaster1.xml" Id="R3fd7b5cc7bef4638" /><Relationship Type="http://schemas.openxmlformats.org/officeDocument/2006/relationships/notesMaster" Target="/ppt/notesMasters/notesMaster1.xml" Id="R5b317a0f9b904c6a" /><Relationship Type="http://schemas.openxmlformats.org/officeDocument/2006/relationships/presProps" Target="/ppt/presProps.xml" Id="R0c34ae73decb43a6" /><Relationship Type="http://schemas.openxmlformats.org/officeDocument/2006/relationships/tableStyles" Target="/ppt/tableStyles.xml" Id="Rdedb01cc417547c5" /><Relationship Type="http://schemas.openxmlformats.org/officeDocument/2006/relationships/slide" Target="/ppt/slides/slide1.xml" Id="R3adc45ddd5c741a2" /><Relationship Type="http://schemas.openxmlformats.org/officeDocument/2006/relationships/slide" Target="/ppt/slides/slide2.xml" Id="R9cb1aa73cb3347d6" /><Relationship Type="http://schemas.openxmlformats.org/officeDocument/2006/relationships/slide" Target="/ppt/slides/slide3.xml" Id="Rdb557295c7ec4756" /><Relationship Type="http://schemas.openxmlformats.org/officeDocument/2006/relationships/slide" Target="/ppt/slides/slide4.xml" Id="R3be2c71476ed4104" /><Relationship Type="http://schemas.openxmlformats.org/officeDocument/2006/relationships/slide" Target="/ppt/slides/slide5.xml" Id="Re138947bd87b41e6" /><Relationship Type="http://schemas.openxmlformats.org/officeDocument/2006/relationships/slide" Target="/ppt/slides/slide6.xml" Id="R7d0356c65ea24881" /><Relationship Type="http://schemas.openxmlformats.org/officeDocument/2006/relationships/slide" Target="/ppt/slides/slide7.xml" Id="R7f58f8449ae64d63" /><Relationship Type="http://schemas.openxmlformats.org/officeDocument/2006/relationships/slide" Target="/ppt/slides/slide8.xml" Id="R599297ae63fc4d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6b6a4c910f4e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213855e7e3464e" /><Relationship Type="http://schemas.openxmlformats.org/officeDocument/2006/relationships/notesMaster" Target="/ppt/notesMasters/notesMaster1.xml" Id="R93416d756b544f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d0ac36e10b4cc0" /><Relationship Type="http://schemas.openxmlformats.org/officeDocument/2006/relationships/notesMaster" Target="/ppt/notesMasters/notesMaster1.xml" Id="R8d6b471c397144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22e15c55b140cc" /><Relationship Type="http://schemas.openxmlformats.org/officeDocument/2006/relationships/notesMaster" Target="/ppt/notesMasters/notesMaster1.xml" Id="R887a5898012f45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aadded35a543bc" /><Relationship Type="http://schemas.openxmlformats.org/officeDocument/2006/relationships/notesMaster" Target="/ppt/notesMasters/notesMaster1.xml" Id="R18e542c6db9c43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a41f8d109a48cc" /><Relationship Type="http://schemas.openxmlformats.org/officeDocument/2006/relationships/notesMaster" Target="/ppt/notesMasters/notesMaster1.xml" Id="R7af04d2d044a41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64cbc9c898482d" /><Relationship Type="http://schemas.openxmlformats.org/officeDocument/2006/relationships/notesMaster" Target="/ppt/notesMasters/notesMaster1.xml" Id="R842cb782daeb41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7c7f95e5a8487f" /><Relationship Type="http://schemas.openxmlformats.org/officeDocument/2006/relationships/notesMaster" Target="/ppt/notesMasters/notesMaster1.xml" Id="R5058252da7cf48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70c8219cca4c1a" /><Relationship Type="http://schemas.openxmlformats.org/officeDocument/2006/relationships/notesMaster" Target="/ppt/notesMasters/notesMaster1.xml" Id="Rfc280d0bd47546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devnet-oriented hackathon prototype. No wallet extension or token purchase is needed for players. Confidentiality is subject to the Arcium cluster assumptions and retained prototype upgrade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NOPEEK hackathon prototype. Product behavior is supported by the source code and local Solana/Arcium integration tests in the public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NOPEEK hackathon prototype. Product behavior is supported by the source code and local Solana/Arcium integration tests in the public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localnet inspection screenshot. Arcium MXE-owned encryption: https://docs.arcium.com/developers/arcis/encryption. Official examples: https://github.com/arcium-hq/examples. Guesses and feedback are public; deductions may reveal the secret. Arcium confidentiality relies on its cluster security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NOPEEK Anchor program and successful localnet integration tests; https://github.com/arcium-hq/examples. The prototype retains its upgrade authority, so immutability is not claimed. Winner order follows callback execution on Solana, not client wall-clock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NOPEEK hackathon prototype. Product behavior is supported by the source code and local Solana/Arcium integration tests in the public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prototype is verified with two browser contexts and actual local Solana/Arcium nodes. Deployment network and status must be checked at the live demo; do not describe localnet evidence as a devnet transaction.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NOPEEK hackathon prototype. Product behavior is supported by the source code and local Solana/Arcium integration tests in the public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d4686fb8e741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fab616e89f4e11" /><Relationship Type="http://schemas.openxmlformats.org/officeDocument/2006/relationships/slideLayout" Target="/ppt/slideLayouts/slideLayout1.xml" Id="R69a782bd095a4c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a782bd095a4c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f301070f94e3c" /><Relationship Type="http://schemas.openxmlformats.org/officeDocument/2006/relationships/notesSlide" Target="/ppt/notesSlides/notesSlide1.xml" Id="R43c4a0531fac49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b24abae60458b" /><Relationship Type="http://schemas.openxmlformats.org/officeDocument/2006/relationships/notesSlide" Target="/ppt/notesSlides/notesSlide2.xml" Id="R8388f4d9f2f640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107c801f34dfd" /><Relationship Type="http://schemas.openxmlformats.org/officeDocument/2006/relationships/image" Target="/ppt/media/image.png" Id="Rea3ed9eebd284b6f" /><Relationship Type="http://schemas.openxmlformats.org/officeDocument/2006/relationships/notesSlide" Target="/ppt/notesSlides/notesSlide3.xml" Id="R518a21438c3149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1c96182294c03" /><Relationship Type="http://schemas.openxmlformats.org/officeDocument/2006/relationships/image" Target="/ppt/media/image2.png" Id="R7bcba8b862bd4b00" /><Relationship Type="http://schemas.openxmlformats.org/officeDocument/2006/relationships/notesSlide" Target="/ppt/notesSlides/notesSlide4.xml" Id="R83a0178a79ba42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7ba0a4f5247dd" /><Relationship Type="http://schemas.openxmlformats.org/officeDocument/2006/relationships/notesSlide" Target="/ppt/notesSlides/notesSlide5.xml" Id="Rd5349b8eebcd47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89b42b99649e7" /><Relationship Type="http://schemas.openxmlformats.org/officeDocument/2006/relationships/notesSlide" Target="/ppt/notesSlides/notesSlide6.xml" Id="R79637241ea494d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b13442ec749ba" /><Relationship Type="http://schemas.openxmlformats.org/officeDocument/2006/relationships/notesSlide" Target="/ppt/notesSlides/notesSlide7.xml" Id="R5673b7df525743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18214907746d3" /><Relationship Type="http://schemas.openxmlformats.org/officeDocument/2006/relationships/notesSlide" Target="/ppt/notesSlides/notesSlide8.xml" Id="Rb9ca64fb9e7145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AA5D4-5984-42E0-BF91-7D24CCC8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242624"/>
                </a:solidFill>
                <a:latin typeface="Arial"/>
                <a:ea typeface="Arial"/>
                <a:cs typeface="Arial"/>
              </a:rPr>
              <a:t>NOPEEK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CCF06-11B7-4FF7-B859-F4576FB6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C86640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C86640"/>
                </a:solidFill>
                <a:latin typeface="Arial"/>
                <a:ea typeface="Arial"/>
                <a:cs typeface="Arial"/>
              </a:rPr>
              <a:t>One secret. Nobody gets to peek.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D6919-70F6-4364-876E-D5F1B966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000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A multiplayer browser game with a secret generated</a:t>
            </a:r>
          </a:p>
          <a:p xmlns:a="http://schemas.openxmlformats.org/drawingml/2006/main">
            <a:pPr>
              <a:defRPr sz="23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and checked inside confidential computation.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2BC68-9209-499D-B319-93DEA1A9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276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2766D"/>
                </a:solidFill>
                <a:latin typeface="Arial"/>
                <a:ea typeface="Arial"/>
                <a:cs typeface="Arial"/>
              </a:rPr>
              <a:t>Solana + Arcium · WHU 2026 · Superteam Germany</a:t>
            </a:r>
          </a:p>
        </p:txBody>
      </p:sp>
    </p:spTree>
    <p:extLst>
      <p:ext uri="{BB962C8B-B14F-4D97-AF65-F5344CB8AC3E}">
        <p14:creationId xmlns:p14="http://schemas.microsoft.com/office/powerpoint/2010/main" val="1541944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F3F1B-086E-4AD7-939A-CA8F7650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866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6640"/>
                </a:solidFill>
                <a:latin typeface="Arial"/>
                <a:ea typeface="Arial"/>
                <a:cs typeface="Arial"/>
              </a:rPr>
              <a:t>NOPEEK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7B37A-90DD-4A81-8547-180D7C80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620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42624"/>
                </a:solidFill>
                <a:latin typeface="Arial"/>
                <a:ea typeface="Arial"/>
                <a:cs typeface="Arial"/>
              </a:rPr>
              <a:t>Hidden games need a secret keeper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F54A0-5803-4EE3-B202-E61E023A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02870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A conventional puzzle server knows the answer.</a:t>
            </a:r>
          </a:p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Players trust its operator to hide it and apply the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NOPEEK puts the secret inside encrypted computation.</a:t>
            </a:r>
          </a:p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The published game program applies the same rules to every player.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3F16E-9328-4003-8564-6C92CF70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27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766D"/>
                </a:solidFill>
                <a:latin typeface="Arial"/>
                <a:ea typeface="Arial"/>
                <a:cs typeface="Arial"/>
              </a:rPr>
              <a:t>WHU 2026 · Superteam Germany</a:t>
            </a:r>
          </a:p>
        </p:txBody>
      </p:sp>
    </p:spTree>
    <p:extLst>
      <p:ext uri="{BB962C8B-B14F-4D97-AF65-F5344CB8AC3E}">
        <p14:creationId xmlns:p14="http://schemas.microsoft.com/office/powerpoint/2010/main" val="10083828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E5BC6-CA83-4D4A-B06F-0E10F407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866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6640"/>
                </a:solidFill>
                <a:latin typeface="Arial"/>
                <a:ea typeface="Arial"/>
                <a:cs typeface="Arial"/>
              </a:rPr>
              <a:t>NOPEEK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907DC-EA23-445C-8961-81EAE928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42624"/>
                </a:solidFill>
                <a:latin typeface="Arial"/>
                <a:ea typeface="Arial"/>
                <a:cs typeface="Arial"/>
              </a:rPr>
              <a:t>Five symbols. Ten attempts. One winner.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F4472-4EF0-4D47-87D6-21F89803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714875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Create a room. Share a link.</a:t>
            </a:r>
          </a:p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Race with up to four friends.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Each clue counts correct positions</a:t>
            </a:r>
          </a:p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and symbols that belong elsewhere.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Browser player keys sign actions.</a:t>
            </a:r>
          </a:p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The app sponsors network fees.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C43E7-7AEF-451C-9E10-655F7DCD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27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766D"/>
                </a:solidFill>
                <a:latin typeface="Arial"/>
                <a:ea typeface="Arial"/>
                <a:cs typeface="Arial"/>
              </a:rPr>
              <a:t>WHU 2026 · Superteam Germany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ed9eebd284b6f"/>
          <a:stretch xmlns:a="http://schemas.openxmlformats.org/drawingml/2006/main"/>
        </p:blipFill>
        <p:spPr>
          <a:xfrm xmlns:a="http://schemas.openxmlformats.org/drawingml/2006/main">
            <a:off x="5810250" y="1177826"/>
            <a:ext cx="5715000" cy="46166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866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2ABFE-E37A-4E41-B37D-806A8B1D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866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6640"/>
                </a:solidFill>
                <a:latin typeface="Arial"/>
                <a:ea typeface="Arial"/>
                <a:cs typeface="Arial"/>
              </a:rPr>
              <a:t>NOPEEK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5671A-6BC0-43BE-9457-D0881BF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42624"/>
                </a:solidFill>
                <a:latin typeface="Arial"/>
                <a:ea typeface="Arial"/>
                <a:cs typeface="Arial"/>
              </a:rPr>
              <a:t>The secret has no readable copy on our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648C8-0065-493E-B37B-2D5EDAAE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714875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Arcium creates the code in MPC</a:t>
            </a:r>
          </a:p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and returns ciphertext.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Each guess reveals only two counts.</a:t>
            </a:r>
          </a:p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Even the host has to solve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Anyone can inspect the room account.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AB0F6-BC5C-4309-99D4-CAAFC110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27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766D"/>
                </a:solidFill>
                <a:latin typeface="Arial"/>
                <a:ea typeface="Arial"/>
                <a:cs typeface="Arial"/>
              </a:rPr>
              <a:t>WHU 2026 · Superteam Germany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ba8b862bd4b00"/>
          <a:stretch xmlns:a="http://schemas.openxmlformats.org/drawingml/2006/main"/>
        </p:blipFill>
        <p:spPr>
          <a:xfrm xmlns:a="http://schemas.openxmlformats.org/drawingml/2006/main">
            <a:off x="5810250" y="1447949"/>
            <a:ext cx="5715000" cy="407640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7529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91C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55CF2-3BA1-43CA-8252-68FE6815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866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6640"/>
                </a:solidFill>
                <a:latin typeface="Arial"/>
                <a:ea typeface="Arial"/>
                <a:cs typeface="Arial"/>
              </a:rPr>
              <a:t>NOPEEK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8D99C-DF53-477A-8DBE-DB4C4652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620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8EAE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8EAE2"/>
                </a:solidFill>
                <a:latin typeface="Arial"/>
                <a:ea typeface="Arial"/>
                <a:cs typeface="Arial"/>
              </a:rPr>
              <a:t>Solana is the game’s referee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F3C5A-CA84-446D-A3DB-710E8801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02870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8EAE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8EAE2"/>
                </a:solidFill>
                <a:latin typeface="Arial"/>
                <a:ea typeface="Arial"/>
                <a:cs typeface="Arial"/>
              </a:rPr>
              <a:t>The program locks the player roster when the race starts.</a:t>
            </a:r>
          </a:p>
          <a:p xmlns:a="http://schemas.openxmlformats.org/drawingml/2006/main">
            <a:pPr>
              <a:defRPr sz="2025" b="0">
                <a:solidFill>
                  <a:srgbClr val="E8EAE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8EAE2"/>
                </a:solidFill>
                <a:latin typeface="Arial"/>
                <a:ea typeface="Arial"/>
                <a:cs typeface="Arial"/>
              </a:rPr>
              <a:t>It enforces ten attempts per player and one pending guess at a time.</a:t>
            </a:r>
          </a:p>
          <a:p xmlns:a="http://schemas.openxmlformats.org/drawingml/2006/main">
            <a:pPr>
              <a:defRPr sz="2025" b="0">
                <a:solidFill>
                  <a:srgbClr val="E8EAE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8EAE2"/>
                </a:solidFill>
                <a:latin typeface="Arial"/>
                <a:ea typeface="Arial"/>
                <a:cs typeface="Arial"/>
              </a:rPr>
              <a:t>It accepts verified Arcium callbacks and records the first correct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8EAE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8EAE2"/>
                </a:solidFill>
                <a:latin typeface="Arial"/>
                <a:ea typeface="Arial"/>
                <a:cs typeface="Arial"/>
              </a:rPr>
              <a:t>A database can store scores. This integration makes the rules and</a:t>
            </a:r>
          </a:p>
          <a:p xmlns:a="http://schemas.openxmlformats.org/drawingml/2006/main">
            <a:pPr>
              <a:defRPr sz="2025" b="0">
                <a:solidFill>
                  <a:srgbClr val="E8EAE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8EAE2"/>
                </a:solidFill>
                <a:latin typeface="Arial"/>
                <a:ea typeface="Arial"/>
                <a:cs typeface="Arial"/>
              </a:rPr>
              <a:t>encrypted game state inspectable without giving our server the 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DB8D4-A17E-47D3-802B-B7B9C977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69C9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69C92"/>
                </a:solidFill>
                <a:latin typeface="Arial"/>
                <a:ea typeface="Arial"/>
                <a:cs typeface="Arial"/>
              </a:rPr>
              <a:t>WHU 2026 · Superteam Germany</a:t>
            </a:r>
          </a:p>
        </p:txBody>
      </p:sp>
    </p:spTree>
    <p:extLst>
      <p:ext uri="{BB962C8B-B14F-4D97-AF65-F5344CB8AC3E}">
        <p14:creationId xmlns:p14="http://schemas.microsoft.com/office/powerpoint/2010/main" val="15583714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98985-9125-42BD-A6EF-A94C9CB5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866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6640"/>
                </a:solidFill>
                <a:latin typeface="Arial"/>
                <a:ea typeface="Arial"/>
                <a:cs typeface="Arial"/>
              </a:rPr>
              <a:t>NOPEEK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0748B-544C-4911-B690-1A17230F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620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42624"/>
                </a:solidFill>
                <a:latin typeface="Arial"/>
                <a:ea typeface="Arial"/>
                <a:cs typeface="Arial"/>
              </a:rPr>
              <a:t>First users and growth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982D7-CB10-489A-9BD9-F18F92B4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02870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Start with WHU participants and student groups who play browser games.</a:t>
            </a:r>
          </a:p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One host can bring three friends through an invitation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Validate comprehension, completed rounds and requests to play again.</a:t>
            </a:r>
          </a:p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No traction or retention figures are claimed before observing users.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Potential revenue: themed room packs and event hosting.</a:t>
            </a:r>
          </a:p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Compute latency and sponsored costs need measurement.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740B7-8FAD-4308-847D-A91F65CA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27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766D"/>
                </a:solidFill>
                <a:latin typeface="Arial"/>
                <a:ea typeface="Arial"/>
                <a:cs typeface="Arial"/>
              </a:rPr>
              <a:t>WHU 2026 · Superteam Germany</a:t>
            </a:r>
          </a:p>
        </p:txBody>
      </p:sp>
    </p:spTree>
    <p:extLst>
      <p:ext uri="{BB962C8B-B14F-4D97-AF65-F5344CB8AC3E}">
        <p14:creationId xmlns:p14="http://schemas.microsoft.com/office/powerpoint/2010/main" val="16485352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8ACA7-FAC0-4CA3-BB46-F9E1101B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866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6640"/>
                </a:solidFill>
                <a:latin typeface="Arial"/>
                <a:ea typeface="Arial"/>
                <a:cs typeface="Arial"/>
              </a:rPr>
              <a:t>NOPEEK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F62D3-6164-4E19-B58D-3B8DE967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620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42624"/>
                </a:solidFill>
                <a:latin typeface="Arial"/>
                <a:ea typeface="Arial"/>
                <a:cs typeface="Arial"/>
              </a:rPr>
              <a:t>A complete prototype, with clear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49E60-F3E5-454B-9C26-8BE2D244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02870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Working loop: room → players → guesses → clues → winner.</a:t>
            </a:r>
          </a:p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Mobile layout, keyboard controls and stalled-attempt recovery.</a:t>
            </a:r>
          </a:p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Local practice teaches the rules with its privacy limit clearly disclosed.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Prototype assumptions: Arcium cluster confidentiality; retained program</a:t>
            </a:r>
          </a:p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upgrade authority; public clues; browser identity stored on the device.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426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624"/>
                </a:solidFill>
                <a:latin typeface="Arial"/>
                <a:ea typeface="Arial"/>
                <a:cs typeface="Arial"/>
              </a:rPr>
              <a:t>Next: external security review, latency testing and identity recovery.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E184B-96BF-4DC1-954C-50BADEE4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27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766D"/>
                </a:solidFill>
                <a:latin typeface="Arial"/>
                <a:ea typeface="Arial"/>
                <a:cs typeface="Arial"/>
              </a:rPr>
              <a:t>WHU 2026 · Superteam Germany</a:t>
            </a:r>
          </a:p>
        </p:txBody>
      </p:sp>
    </p:spTree>
    <p:extLst>
      <p:ext uri="{BB962C8B-B14F-4D97-AF65-F5344CB8AC3E}">
        <p14:creationId xmlns:p14="http://schemas.microsoft.com/office/powerpoint/2010/main" val="4191514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91C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4909F-2562-48E2-925A-B5E01014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866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6640"/>
                </a:solidFill>
                <a:latin typeface="Arial"/>
                <a:ea typeface="Arial"/>
                <a:cs typeface="Arial"/>
              </a:rPr>
              <a:t>NOPEEK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D0178-EC3F-46CD-9355-71A6C10B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620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8EAE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8EAE2"/>
                </a:solidFill>
                <a:latin typeface="Arial"/>
                <a:ea typeface="Arial"/>
                <a:cs typeface="Arial"/>
              </a:rPr>
              <a:t>Play it. Inspect it. Try to beat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18E3F-8311-4682-9FD7-60D0914C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02870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8EAE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8EAE2"/>
                </a:solidFill>
                <a:latin typeface="Arial"/>
                <a:ea typeface="Arial"/>
                <a:cs typeface="Arial"/>
              </a:rPr>
              <a:t>Demo: nopeek-whu.vercel.app</a:t>
            </a:r>
          </a:p>
          <a:p xmlns:a="http://schemas.openxmlformats.org/drawingml/2006/main">
            <a:pPr>
              <a:defRPr sz="2025" b="0">
                <a:solidFill>
                  <a:srgbClr val="E8EAE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8EAE2"/>
                </a:solidFill>
                <a:latin typeface="Arial"/>
                <a:ea typeface="Arial"/>
                <a:cs typeface="Arial"/>
              </a:rPr>
              <a:t>Pitch: nopeek-whu.vercel.app/pitch</a:t>
            </a:r>
          </a:p>
          <a:p xmlns:a="http://schemas.openxmlformats.org/drawingml/2006/main">
            <a:pPr>
              <a:defRPr sz="2025" b="0">
                <a:solidFill>
                  <a:srgbClr val="E8EAE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8EAE2"/>
                </a:solidFill>
                <a:latin typeface="Arial"/>
                <a:ea typeface="Arial"/>
                <a:cs typeface="Arial"/>
              </a:rPr>
              <a:t>Source: github.com/rmazz05/nopeek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8EAE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8EAE2"/>
                </a:solidFill>
                <a:latin typeface="Arial"/>
                <a:ea typeface="Arial"/>
                <a:cs typeface="Arial"/>
              </a:rPr>
              <a:t>Open two browsers, join one room and start the race.</a:t>
            </a:r>
          </a:p>
          <a:p xmlns:a="http://schemas.openxmlformats.org/drawingml/2006/main">
            <a:pPr>
              <a:defRPr sz="2025" b="0">
                <a:solidFill>
                  <a:srgbClr val="E8EAE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8EAE2"/>
                </a:solidFill>
                <a:latin typeface="Arial"/>
                <a:ea typeface="Arial"/>
                <a:cs typeface="Arial"/>
              </a:rPr>
              <a:t>Inspect the ciphertext, submit a guess and follow the verified clues.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8EAE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8EAE2"/>
                </a:solidFill>
                <a:latin typeface="Arial"/>
                <a:ea typeface="Arial"/>
                <a:cs typeface="Arial"/>
              </a:rPr>
              <a:t>One secret. The host has to solve it too.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7028F-6890-46E5-9DA9-7ED6F85D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69C9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69C92"/>
                </a:solidFill>
                <a:latin typeface="Arial"/>
                <a:ea typeface="Arial"/>
                <a:cs typeface="Arial"/>
              </a:rPr>
              <a:t>WHU 2026 · Superteam Germany</a:t>
            </a:r>
          </a:p>
        </p:txBody>
      </p:sp>
    </p:spTree>
    <p:extLst>
      <p:ext uri="{BB962C8B-B14F-4D97-AF65-F5344CB8AC3E}">
        <p14:creationId xmlns:p14="http://schemas.microsoft.com/office/powerpoint/2010/main" val="1375580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2026-10-01T17:40:04.7330000Z</dcterms:created>
  <dcterms:modified xsi:type="dcterms:W3CDTF">2026-10-01T17:40:04.7330000Z</dcterms:modified>
</coreProperties>
</file>